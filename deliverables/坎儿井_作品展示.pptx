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A_绿洲全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2B211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155448" cy="17830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8778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坎儿井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30632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新疆两千年水利遗产 · 一款能玩的经营游戏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6736" y="3675887"/>
            <a:ext cx="5486400" cy="1778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858768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你扮演一位丝路驿丞，用坎儿井引来天山雪水，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把荒漠驿站建成绿洲重镇。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7161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代码一次敲队　·　李鹏宇 / 王焕楷 / 李云天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100" b="0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指导教师：徐媛媛　/　李中岩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02 /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　·　指导教师 徐媛媛 / 李中岩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4173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从一口井开始，把荒漠变回绿洲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2121408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359152"/>
            <a:ext cx="10424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游戏里没有「开局送资源」这回事。你接手的驿站因为坎儿井淤塞、水源断绝而衰败 —— 第一件事只能是挖井。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7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而你挖的这个东西，在现实里已经用了两千多年。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794760"/>
            <a:ext cx="91440" cy="9601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37033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6 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37083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竖井逐段打通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3794760"/>
            <a:ext cx="91440" cy="9601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37033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+55 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37083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每段新增日出水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794760"/>
            <a:ext cx="91440" cy="9601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37033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4 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37083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涝坝蓄水扩容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230368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实机截图：六段竖井全部挖通之后的绿洲</a:t>
            </a:r>
          </a:p>
        </p:txBody>
      </p:sp>
      <p:pic>
        <p:nvPicPr>
          <p:cNvPr id="28" name="Picture 27" descr="p2_绿洲横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51538"/>
            <a:ext cx="9509760" cy="965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03 /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　·　指导教师 徐媛媛 / 李中岩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1887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九个岗位，抢的是同一批人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883664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139696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多派一个人去挖井，就少一个人种地。每一次分配都是取舍。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834640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05409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治水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2834640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305409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耕作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2834640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305409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895344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1480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经商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3895344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411480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守卫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6096" y="3895344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411480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炊事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956048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75504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做工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4956048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5175504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演艺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6096" y="4956048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5175504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待命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016752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你怎么派人，直接决定战场上有什么兵。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04 /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　·　指导教师 徐媛媛 / 李中岩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四个画面，看懂这个游戏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170432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" y="1541494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4_畜牧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573498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914400" y="33558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畜牧页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21024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抓野畜、养牲口、擀毡织毯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8444" y="1541494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4_木卡姆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573498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870448" y="33558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木卡姆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621024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奏乐台 + 艺人 + 热瓦普，才能办一场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" y="4028662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4_御敌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60666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914400" y="584301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御敌之战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0819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自由布阵，兵种由岗位决定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38444" y="4028662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4_灾难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4060666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5870448" y="584301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灾难通告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610819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插画由本地 SDXL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D_御敌布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26280"/>
            <a:ext cx="12191695" cy="2331720"/>
          </a:xfrm>
          <a:prstGeom prst="rect">
            <a:avLst/>
          </a:prstGeom>
          <a:solidFill>
            <a:srgbClr val="2B2118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4864608"/>
            <a:ext cx="137160" cy="1417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477316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阵型不是装饰，它决定谁活着回来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5595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同样 5 打 4、同样随机种子，只换摆法 —— 阵亡从 0 人到 3 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0167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全员压前线 0.00　·　自动布阵 1.00　·　一字纵队 1.17　·　弓手出射程 3.00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06 /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　·　指导教师 徐媛媛 / 李中岩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14300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沙漠不会等你准备好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837943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084831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沙暴、大旱、融雪洪水、寒潮、瘟疫、蝗灾 —— 每一种都能预判，也能被建筑挡住。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581" y="3031236"/>
            <a:ext cx="2498598" cy="3310128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isaster_sandst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585" y="3063240"/>
            <a:ext cx="2434590" cy="3246120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960120" y="6364224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本地 SDXL 生成的灾难插画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7776" y="3031236"/>
            <a:ext cx="5834888" cy="3310128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C_灾难日志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780" y="3063240"/>
            <a:ext cx="5770880" cy="3246120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343400" y="6364224"/>
            <a:ext cx="6858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实机截图：沙暴来袭时的通告卡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72491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烽燧挡沙暴　·　围墙挡洪水　·　仓库挡寒潮　·　驿馆与居所挡瘟疫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07 /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　·　指导教师 徐媛媛 / 李中岩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文化不是贴上去的，它管着你每天怎么活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207008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1874519"/>
            <a:ext cx="3035808" cy="416052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1874519"/>
            <a:ext cx="3035808" cy="10058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22677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十二木卡姆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25296" y="2852928"/>
            <a:ext cx="13716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30723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六套真实曲目可演奏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584448"/>
            <a:ext cx="272491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要有人、有场地、有乐器，才办得起来</a:t>
            </a:r>
          </a:p>
        </p:txBody>
      </p:sp>
      <p:pic>
        <p:nvPicPr>
          <p:cNvPr id="23" name="Picture 22" descr="p7_木卡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259" y="4224528"/>
            <a:ext cx="2448089" cy="148132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224528" y="1874519"/>
            <a:ext cx="3035808" cy="416052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1874519"/>
            <a:ext cx="3035808" cy="10058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22677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艾德莱斯绸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2852928"/>
            <a:ext cx="13716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0723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棉花 4 → 绸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584448"/>
            <a:ext cx="272491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秋天收棉，作坊织绸，商队高价收</a:t>
            </a:r>
          </a:p>
        </p:txBody>
      </p:sp>
      <p:pic>
        <p:nvPicPr>
          <p:cNvPr id="30" name="Picture 29" descr="p7_畜牧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387" y="4224528"/>
            <a:ext cx="2448089" cy="148132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534656" y="1874519"/>
            <a:ext cx="3035808" cy="416052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34656" y="1874519"/>
            <a:ext cx="3035808" cy="10058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4" y="22677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古尔邦节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45552" y="2852928"/>
            <a:ext cx="13716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30723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牲畜 ≥5 头，声望 +4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264" y="3584448"/>
            <a:ext cx="272491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养牲口不只是经济行为，更是体面</a:t>
            </a:r>
          </a:p>
        </p:txBody>
      </p:sp>
      <p:pic>
        <p:nvPicPr>
          <p:cNvPr id="37" name="Picture 36" descr="p7_事件卡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515" y="4224528"/>
            <a:ext cx="2448089" cy="14813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6968" y="6163056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坎儿井开凿技艺 · 国家级非物质文化遗产　|　新疆坎儿井 · 2014 年入选世界灌溉工程遗产名录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十二木卡姆 · 2005 年列入联合国教科文组织人类口头和非物质遗产代表作名录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08 /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　·　指导教师 徐媛媛 / 李中岩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960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三件让它可以被真正玩起来的事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645920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2084831"/>
            <a:ext cx="9692640" cy="1133856"/>
          </a:xfrm>
          <a:prstGeom prst="roundRect">
            <a:avLst>
              <a:gd name="adj" fmla="val 8000"/>
            </a:avLst>
          </a:prstGeom>
          <a:solidFill>
            <a:srgbClr val="221A13">
              <a:alpha val="7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084831"/>
            <a:ext cx="109728" cy="11338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231135"/>
            <a:ext cx="9052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AI 在线时是活的，离线时照样能玩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688335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7 位角色由大模型实时驱动；断网后数值、存档、全部系统都在本地跑，游戏 100% 可玩。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419855"/>
            <a:ext cx="9692640" cy="1133856"/>
          </a:xfrm>
          <a:prstGeom prst="roundRect">
            <a:avLst>
              <a:gd name="adj" fmla="val 8000"/>
            </a:avLst>
          </a:prstGeom>
          <a:solidFill>
            <a:srgbClr val="221A13">
              <a:alpha val="7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419855"/>
            <a:ext cx="109728" cy="11338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3566159"/>
            <a:ext cx="9052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一套新系统，只改数据不碰代码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023359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23 段数值全部外置。畜牧、灾难、加工、节庆、音乐这五套后期系统，都是加数据做出来的。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54879"/>
            <a:ext cx="9692640" cy="1133856"/>
          </a:xfrm>
          <a:prstGeom prst="roundRect">
            <a:avLst>
              <a:gd name="adj" fmla="val 8000"/>
            </a:avLst>
          </a:prstGeom>
          <a:solidFill>
            <a:srgbClr val="221A13">
              <a:alpha val="7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754879"/>
            <a:ext cx="109728" cy="11338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901183"/>
            <a:ext cx="9052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像素贴图自己画，插画交给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5358383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贴图要 16px 网格与 34 色板精确，用程序化生成；插画要不带像素约束的手绘感，用本地 SDXL。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09 /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　·　指导教师 徐媛媛 / 李中岩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2344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现在做到哪儿了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929384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5104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12,910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行有效代码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38144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条事件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70448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39712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座建筑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419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张美术资产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04748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全部数值与事件都是纯文本 JSON，任何人都可以直接打开核查。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57516" y="4796875"/>
            <a:ext cx="3721608" cy="1571074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9_建造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828879"/>
            <a:ext cx="3657600" cy="1507066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A_绿洲全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2148840"/>
            <a:ext cx="137160" cy="15544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1965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让文化活在需要它的那一刻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99232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没有一段科普段落，但坎儿井、十二木卡姆、艾德莱斯绸、诺鲁孜节，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都在你需要它的那一刻出现。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4315968"/>
            <a:ext cx="4754880" cy="1651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4988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欢迎现场试玩　·　双击启动即开　·　AI 在线与离线两种状态都能演示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6199632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